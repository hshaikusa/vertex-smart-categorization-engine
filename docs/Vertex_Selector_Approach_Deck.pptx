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8B"/>
                </a:solidFill>
                <a:latin typeface="Calibri"/>
              </a:rPr>
              <a:t>STAKEHOLDER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Search Result Selector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C5D4DE"/>
                </a:solidFill>
                <a:latin typeface="Calibri"/>
              </a:rPr>
              <a:t>Smart Categorization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Which provided search results are about the uploaded product —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and nothing else, until that decision is trustworthy.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8368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Vertex Smart Categorization  ·  Search Result Selector  ·  Confidential working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6F8B"/>
                </a:solidFill>
                <a:latin typeface="Calibri"/>
              </a:rPr>
              <a:t>THE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B1F3A"/>
                </a:solidFill>
                <a:latin typeface="Calibri"/>
              </a:rPr>
              <a:t>A wrong link is a wrong tax category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570"/>
                </a:solidFill>
                <a:latin typeface="Calibri"/>
              </a:rPr>
              <a:t>This step sits between a messy ERP title and every downstream enrichment.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Clients upload title + description only. Tax departments already “Google it” to find ingredients.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We will scrape the pages we trust. False pages → false carbonation / juice % / sweetener / alcohol.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Those pages are also shown in the product UI. Customers will not forgive a sibling flavor or a listing page.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100k+ SKU retailers. One bad heuristic, multiplied, is a support queue — and an O-Series miss.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Grey area is real: size does not matter; flavor and formulation do; “Apple” should link to nothing.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8368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Vertex Smart Categorization  ·  Search Result Selector  ·  Confidential working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6F8B"/>
                </a:solidFill>
                <a:latin typeface="Calibri"/>
              </a:rPr>
              <a:t>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B1F3A"/>
                </a:solidFill>
                <a:latin typeface="Calibri"/>
              </a:rPr>
              <a:t>This case is the selection step only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54480"/>
          <a:ext cx="111556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557784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In this deliverable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Not in this deliverable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Ingest title, description, search_results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Live OpenAI web 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Emit llm_trusted_search_results (indices)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Fetch / scrape the trusted pages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Score against trusted_search_results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Map an enriched description to a tax category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11480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The brief attaches the search results. The hidden test file is the same shape.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A live search would return different URLs than the labeled indices we are scored on.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Web search belongs in the next stage of the enrichment pipeline, after this step is trusted.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8368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Vertex Smart Categorization  ·  Search Result Selector  ·  Confidential working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6F8B"/>
                </a:solidFill>
                <a:latin typeface="Calibri"/>
              </a:rPr>
              <a:t>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B1F3A"/>
                </a:solidFill>
                <a:latin typeface="Calibri"/>
              </a:rPr>
              <a:t>One structured judgment per product, fail closed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One LLM call sees every result, so it can notice “3 of 10 are the exact flavor; the rest are siblings.”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Verdicts, not a bare yes/no: match · different_variant · different_product · generic_or_listing.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Same product = same brand + line + variant. Ignore size / pack. Honor flavor, diet, decaf, alcohol, form.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Generic or ambiguous titles set product_is_specific=false and we return [].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Guardrails: JSON schema with a closed enum of legal indices; injection flag; sanitize prompt tags; retries.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Heuristic lexical baseline must be beaten — and gives us an offline path plus a disagreement sample.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Every decision is written to *.audit.json (verdict, confidence, reason) for the code review and for tax.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8368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Vertex Smart Categorization  ·  Search Result Selector  ·  Confidential working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6F8B"/>
                </a:solidFill>
                <a:latin typeface="Calibri"/>
              </a:rPr>
              <a:t>METRIC CHOICE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B1F3A"/>
                </a:solidFill>
                <a:latin typeface="Calibri"/>
              </a:rPr>
              <a:t>Optimize F0.5 and clean-product rate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54480"/>
          <a:ext cx="111556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229600"/>
              </a:tblGrid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Why it is the one we show you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F0.5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Precision counts twice. A miss is coverage; a false link is a wrong category.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Clean-product rate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Share of products with zero false links — the user-trust number.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Recall / coverage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Reported as the cost of being strict, not the thing we maximize.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Correct abstain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Did we stay silent on “Apple”, deli, bakery, unlinkable ERP junk?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57200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Ask of the business: do not make us chase recall if it drops clean-product rate.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8368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Vertex Smart Categorization  ·  Search Result Selector  ·  Confidential working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6F8B"/>
                </a:solidFill>
                <a:latin typeface="Calibri"/>
              </a:rPr>
              <a:t>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B1F3A"/>
                </a:solidFill>
                <a:latin typeface="Calibri"/>
              </a:rPr>
              <a:t>train_50 — development numbers, not a launch claim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570"/>
                </a:solidFill>
                <a:latin typeface="Calibri"/>
              </a:rPr>
              <a:t>Same 50 products informed the prompt. Hidden test is the generalization check.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600200"/>
          <a:ext cx="111556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1783080"/>
                <a:gridCol w="1783080"/>
                <a:gridCol w="1783080"/>
                <a:gridCol w="1783080"/>
              </a:tblGrid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Backend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F0.5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Clean-product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Heuristic (offline baseline)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0.674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0.696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LLM  gpt-4.1-mini  conf ≥ 0.70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0.796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0.908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0.816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0.640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379476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LLM abstains more correctly on generic items (0.667 vs 0.167) and still finds ≥1 good link on 97% of labeled products.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18 products still have at least one false link — the review set, not a reason to loosen the threshold tonight.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Label ceiling is below 1.0: 12/50 products have an empty gold list; 7 of 82 duplicate-URL groups are labeled inconsistently. Some ‘errors’ will be label errors.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Re-threshold from the audit file (`--conf`) without another paid call.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8368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Vertex Smart Categorization  ·  Search Result Selector  ·  Confidential working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6F8B"/>
                </a:solidFill>
                <a:latin typeface="Calibri"/>
              </a:rPr>
              <a:t>PRODUCTION POSTURE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B1F3A"/>
                </a:solidFill>
                <a:latin typeface="Calibri"/>
              </a:rPr>
              <a:t>What we already refuse to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Fail closed: API error, refusal, bad JSON, missing indices, unspecific product → trust nothing.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The model cannot invent an index that was not in the input (schema enum).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Snippet text that looks like “ignore previous instructions” is never trusted.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One product cannot crash a batch. 8 workers, per-row isolation.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Cache is keyed on model + prompt + schema so a meeting replay of train_50 is free and identical.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No silent fallback to the heuristic in production. If OpenAI is down, we stop or return [].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8368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Vertex Smart Categorization  ·  Search Result Selector  ·  Confidential working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6F8B"/>
                </a:solidFill>
                <a:latin typeface="Calibri"/>
              </a:rPr>
              <a:t>TRADE-OFFS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B1F3A"/>
                </a:solidFill>
                <a:latin typeface="Calibri"/>
              </a:rPr>
              <a:t>What I am asking the business to accept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54480"/>
          <a:ext cx="111556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023360"/>
                <a:gridCol w="4023360"/>
              </a:tblGrid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Choice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We gain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We give up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Precision &gt; recall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Fewer poisoned categories / UI links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Some branded SKUs stay unenriched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Snippet only (no fetch)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Cost, latency, no extra dependency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Nav-junk snippets we could have resolved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Fail closed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Never guess under an outage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Empty enrichment when the model flakes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LLM default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Variant / listing judgment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Key, cost, vendor dependency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Ignore size; honor flavor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Matches tax-component reality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Disagrees with some human labelers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8368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Vertex Smart Categorization  ·  Search Result Selector  ·  Confidential working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6F8B"/>
                </a:solidFill>
                <a:latin typeface="Calibri"/>
              </a:rPr>
              <a:t>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B1F3A"/>
                </a:solidFill>
                <a:latin typeface="Calibri"/>
              </a:rPr>
              <a:t>What must be true before this feeds O-Series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Pinned model + prompt version on every audit row. A prompt edit is a release.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Confidence threshold tunable offline from the audit file.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Human-review sample each release: false-link products and LLM-vs-lexical disagreements.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Analyst override in the product (add/remove an index) logged as future gold.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Proposed launch bar (open for debate): clean-product ≥ 0.80 and precision ≥ 0.85 on a held-out set.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Confirmed cost / p95 latency envelope for a 100k-SKU job.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Clear rule on whether customer SKU strings may be sent to OpenAI, and how long we keep audits.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8368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Vertex Smart Categorization  ·  Search Result Selector  ·  Confidential working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6F8B"/>
                </a:solidFill>
                <a:latin typeface="Calibri"/>
              </a:rPr>
              <a:t>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B1F3A"/>
                </a:solidFill>
                <a:latin typeface="Calibri"/>
              </a:rPr>
              <a:t>This step, then enrichment, then classification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54480"/>
          <a:ext cx="111556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8961120"/>
              </a:tblGrid>
              <a:tr h="80467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Horizon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Work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Now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Selector + metrics + synthetics + guardrails + this review. Run the hidden test in this meeting.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2 weeks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Second labeler on the 18 dirty train rows. Re-threshold. Page-fetch only if you want coverage back.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Next quarter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Scrape trusted URLs → enriched description. Classify to a Vertex tax category. Online monitors.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Later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Client abbreviation tables. Active learning from overrides. Jurisdiction policy if it changes “same product”.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8368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Vertex Smart Categorization  ·  Search Result Selector  ·  Confidential working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6F8B"/>
                </a:solidFill>
                <a:latin typeface="Calibri"/>
              </a:rPr>
              <a:t>CLARIFYING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B1F3A"/>
                </a:solidFill>
                <a:latin typeface="Calibri"/>
              </a:rPr>
              <a:t>What I would ask if I owned this at Vertex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1. Whose labels are gold when annotators disagree? 7 of 82 duplicate-URL groups are inconsistent.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2. Does the hidden file include trusted_search_results, or only predictions on screen?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3. RTD vs mix vs bags vs concentrate of the same flavor — match or different product?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4. Diet / decaf / lite / spiked: always a different variant, even if the title is silent?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5. Produce / deli / bakery / “Apple”: abstain in the UI, or still show a generic page?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6. Same SKU on Amazon + Kroger + manufacturer — trust all matches, or one canonical URL?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7. Show every trusted index, top-N, or a three-way auto / suggest / abstain?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8. May analysts override a link, and may we treat overrides as future training labels?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9. p95 latency and budget per 100k SKUs? Batch API acceptable for bulk?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10. Who owns the search step (query, engine, result count)? Can we change it?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11. May titles (customer SKU strings) go to OpenAI, and how long do we retain audits?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12. What clean-product / precision bar unlocks the rest of Smart Categorization?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8368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Vertex Smart Categorization  ·  Search Result Selector  ·  Confidential working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6F8B"/>
                </a:solidFill>
                <a:latin typeface="Calibri"/>
              </a:rPr>
              <a:t>LIVE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B1F3A"/>
                </a:solidFill>
                <a:latin typeface="Calibri"/>
              </a:rPr>
              <a:t>Drop the file in; we keep talking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B1F3A"/>
                </a:solidFill>
                <a:latin typeface="Calibri"/>
              </a:rPr>
              <a:t>python run.py test.json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0B1F3A"/>
                </a:solidFill>
                <a:latin typeface="Calibri"/>
              </a:rPr>
              <a:t>python eval.py test.json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OPENAI_API_KEY loads automatically from .env — no key typed on screen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9184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Writes test.output.json + test.output.audit.json in the background.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If labels are present: F0.5, precision, clean-product print immediately.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If labels are omitted: predictions still write; metrics say scored: false. That is not a crash.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No key and no .env: cached products replay; new products fail closed. Offline: --backend heuristic.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8368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Vertex Smart Categorization  ·  Search Result Selector  ·  Confidential working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6F8B"/>
                </a:solidFill>
                <a:latin typeface="Calibri"/>
              </a:rPr>
              <a:t>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B1F3A"/>
                </a:solidFill>
                <a:latin typeface="Calibri"/>
              </a:rPr>
              <a:t>What I need from this room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Agree that precision / clean-product is the launch metric — not raw recall.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Answer the form / alcohol / abstain / top-N questions before we retune.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Hand over the hidden test JSON so we can watch the contract hold on unseen data.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Leave-behind: docs/product-owner-brief.md  ·  then a code walk of selector/.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